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11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del Campo" userId="d67556ca936cc4b9" providerId="LiveId" clId="{55BF3A3A-6B65-4783-9FE4-6F172AB9472D}"/>
    <pc:docChg chg="undo redo custSel modSld">
      <pc:chgData name="Christian del Campo" userId="d67556ca936cc4b9" providerId="LiveId" clId="{55BF3A3A-6B65-4783-9FE4-6F172AB9472D}" dt="2026-09-21T19:38:13.782" v="918" actId="108"/>
      <pc:docMkLst>
        <pc:docMk/>
      </pc:docMkLst>
      <pc:sldChg chg="addSp delSp modSp mod">
        <pc:chgData name="Christian del Campo" userId="d67556ca936cc4b9" providerId="LiveId" clId="{55BF3A3A-6B65-4783-9FE4-6F172AB9472D}" dt="2026-09-21T17:34:26.415" v="914" actId="1076"/>
        <pc:sldMkLst>
          <pc:docMk/>
          <pc:sldMk cId="0" sldId="256"/>
        </pc:sldMkLst>
        <pc:spChg chg="mod">
          <ac:chgData name="Christian del Campo" userId="d67556ca936cc4b9" providerId="LiveId" clId="{55BF3A3A-6B65-4783-9FE4-6F172AB9472D}" dt="2026-09-21T13:47:16.407" v="265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Christian del Campo" userId="d67556ca936cc4b9" providerId="LiveId" clId="{55BF3A3A-6B65-4783-9FE4-6F172AB9472D}" dt="2026-09-21T17:32:42.821" v="873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Christian del Campo" userId="d67556ca936cc4b9" providerId="LiveId" clId="{55BF3A3A-6B65-4783-9FE4-6F172AB9472D}" dt="2026-09-21T17:34:14.179" v="913" actId="1035"/>
          <ac:spMkLst>
            <pc:docMk/>
            <pc:sldMk cId="0" sldId="256"/>
            <ac:spMk id="4" creationId="{00000000-0000-0000-0000-000000000000}"/>
          </ac:spMkLst>
        </pc:spChg>
        <pc:spChg chg="mod">
          <ac:chgData name="Christian del Campo" userId="d67556ca936cc4b9" providerId="LiveId" clId="{55BF3A3A-6B65-4783-9FE4-6F172AB9472D}" dt="2026-09-21T17:34:26.415" v="914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Christian del Campo" userId="d67556ca936cc4b9" providerId="LiveId" clId="{55BF3A3A-6B65-4783-9FE4-6F172AB9472D}" dt="2026-09-21T17:33:54.426" v="911" actId="1036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Christian del Campo" userId="d67556ca936cc4b9" providerId="LiveId" clId="{55BF3A3A-6B65-4783-9FE4-6F172AB9472D}" dt="2026-09-21T17:00:09.568" v="851" actId="478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Christian del Campo" userId="d67556ca936cc4b9" providerId="LiveId" clId="{55BF3A3A-6B65-4783-9FE4-6F172AB9472D}" dt="2026-09-21T17:33:42.157" v="910" actId="20577"/>
          <ac:spMkLst>
            <pc:docMk/>
            <pc:sldMk cId="0" sldId="256"/>
            <ac:spMk id="8" creationId="{F7D9BE4D-A326-BBBF-1D6B-A7395EA15BC5}"/>
          </ac:spMkLst>
        </pc:spChg>
        <pc:spChg chg="add mod">
          <ac:chgData name="Christian del Campo" userId="d67556ca936cc4b9" providerId="LiveId" clId="{55BF3A3A-6B65-4783-9FE4-6F172AB9472D}" dt="2026-09-21T17:33:15.255" v="899" actId="1076"/>
          <ac:spMkLst>
            <pc:docMk/>
            <pc:sldMk cId="0" sldId="256"/>
            <ac:spMk id="9" creationId="{3E600D95-B99E-3653-7128-B5756676D031}"/>
          </ac:spMkLst>
        </pc:spChg>
      </pc:sldChg>
      <pc:sldChg chg="delSp modSp mod">
        <pc:chgData name="Christian del Campo" userId="d67556ca936cc4b9" providerId="LiveId" clId="{55BF3A3A-6B65-4783-9FE4-6F172AB9472D}" dt="2026-09-21T16:53:59.379" v="773" actId="478"/>
        <pc:sldMkLst>
          <pc:docMk/>
          <pc:sldMk cId="0" sldId="257"/>
        </pc:sldMkLst>
        <pc:spChg chg="mod">
          <ac:chgData name="Christian del Campo" userId="d67556ca936cc4b9" providerId="LiveId" clId="{55BF3A3A-6B65-4783-9FE4-6F172AB9472D}" dt="2026-09-21T16:26:58.600" v="440" actId="1076"/>
          <ac:spMkLst>
            <pc:docMk/>
            <pc:sldMk cId="0" sldId="257"/>
            <ac:spMk id="3" creationId="{00000000-0000-0000-0000-000000000000}"/>
          </ac:spMkLst>
        </pc:spChg>
        <pc:spChg chg="del">
          <ac:chgData name="Christian del Campo" userId="d67556ca936cc4b9" providerId="LiveId" clId="{55BF3A3A-6B65-4783-9FE4-6F172AB9472D}" dt="2026-09-21T16:53:55.122" v="772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Christian del Campo" userId="d67556ca936cc4b9" providerId="LiveId" clId="{55BF3A3A-6B65-4783-9FE4-6F172AB9472D}" dt="2026-09-21T16:53:51.534" v="771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Christian del Campo" userId="d67556ca936cc4b9" providerId="LiveId" clId="{55BF3A3A-6B65-4783-9FE4-6F172AB9472D}" dt="2026-09-21T16:53:59.379" v="773" actId="478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Christian del Campo" userId="d67556ca936cc4b9" providerId="LiveId" clId="{55BF3A3A-6B65-4783-9FE4-6F172AB9472D}" dt="2026-09-21T19:38:13.782" v="918" actId="108"/>
        <pc:sldMkLst>
          <pc:docMk/>
          <pc:sldMk cId="0" sldId="258"/>
        </pc:sldMkLst>
        <pc:spChg chg="mod">
          <ac:chgData name="Christian del Campo" userId="d67556ca936cc4b9" providerId="LiveId" clId="{55BF3A3A-6B65-4783-9FE4-6F172AB9472D}" dt="2026-09-21T13:10:06.271" v="38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Christian del Campo" userId="d67556ca936cc4b9" providerId="LiveId" clId="{55BF3A3A-6B65-4783-9FE4-6F172AB9472D}" dt="2026-09-21T19:38:13.782" v="918" actId="108"/>
          <ac:spMkLst>
            <pc:docMk/>
            <pc:sldMk cId="0" sldId="258"/>
            <ac:spMk id="3" creationId="{00000000-0000-0000-0000-000000000000}"/>
          </ac:spMkLst>
        </pc:spChg>
        <pc:spChg chg="mod">
          <ac:chgData name="Christian del Campo" userId="d67556ca936cc4b9" providerId="LiveId" clId="{55BF3A3A-6B65-4783-9FE4-6F172AB9472D}" dt="2026-09-21T16:20:48.433" v="425" actId="20577"/>
          <ac:spMkLst>
            <pc:docMk/>
            <pc:sldMk cId="0" sldId="258"/>
            <ac:spMk id="4" creationId="{00000000-0000-0000-0000-000000000000}"/>
          </ac:spMkLst>
        </pc:spChg>
      </pc:sldChg>
    </pc:docChg>
  </pc:docChgLst>
  <pc:docChgLst>
    <pc:chgData name="Christian del Campo" userId="d67556ca936cc4b9" providerId="LiveId" clId="{6552E994-B919-4878-95FA-3E8514148298}"/>
    <pc:docChg chg="undo redo custSel modSld modMainMaster">
      <pc:chgData name="Christian del Campo" userId="d67556ca936cc4b9" providerId="LiveId" clId="{6552E994-B919-4878-95FA-3E8514148298}" dt="2026-09-21T20:22:58.320" v="170" actId="1076"/>
      <pc:docMkLst>
        <pc:docMk/>
      </pc:docMkLst>
      <pc:sldChg chg="addSp delSp modSp mod setBg">
        <pc:chgData name="Christian del Campo" userId="d67556ca936cc4b9" providerId="LiveId" clId="{6552E994-B919-4878-95FA-3E8514148298}" dt="2026-09-21T20:22:35.189" v="167"/>
        <pc:sldMkLst>
          <pc:docMk/>
          <pc:sldMk cId="0" sldId="256"/>
        </pc:sldMkLst>
        <pc:picChg chg="add del mod">
          <ac:chgData name="Christian del Campo" userId="d67556ca936cc4b9" providerId="LiveId" clId="{6552E994-B919-4878-95FA-3E8514148298}" dt="2026-09-21T20:22:22.021" v="166" actId="478"/>
          <ac:picMkLst>
            <pc:docMk/>
            <pc:sldMk cId="0" sldId="256"/>
            <ac:picMk id="10" creationId="{70A63693-13B0-283E-FB67-4F54ADA0F386}"/>
          </ac:picMkLst>
        </pc:picChg>
      </pc:sldChg>
      <pc:sldChg chg="addSp modSp mod setBg">
        <pc:chgData name="Christian del Campo" userId="d67556ca936cc4b9" providerId="LiveId" clId="{6552E994-B919-4878-95FA-3E8514148298}" dt="2026-09-21T20:22:58.320" v="170" actId="1076"/>
        <pc:sldMkLst>
          <pc:docMk/>
          <pc:sldMk cId="0" sldId="257"/>
        </pc:sldMkLst>
        <pc:picChg chg="add mod">
          <ac:chgData name="Christian del Campo" userId="d67556ca936cc4b9" providerId="LiveId" clId="{6552E994-B919-4878-95FA-3E8514148298}" dt="2026-09-21T20:22:58.320" v="170" actId="1076"/>
          <ac:picMkLst>
            <pc:docMk/>
            <pc:sldMk cId="0" sldId="257"/>
            <ac:picMk id="5" creationId="{4538E1F8-1421-3DD3-1DA9-4D1E5889D33B}"/>
          </ac:picMkLst>
        </pc:picChg>
      </pc:sldChg>
      <pc:sldChg chg="addSp modSp mod setBg">
        <pc:chgData name="Christian del Campo" userId="d67556ca936cc4b9" providerId="LiveId" clId="{6552E994-B919-4878-95FA-3E8514148298}" dt="2026-09-21T20:22:51.283" v="169"/>
        <pc:sldMkLst>
          <pc:docMk/>
          <pc:sldMk cId="0" sldId="258"/>
        </pc:sldMkLst>
        <pc:spChg chg="mod">
          <ac:chgData name="Christian del Campo" userId="d67556ca936cc4b9" providerId="LiveId" clId="{6552E994-B919-4878-95FA-3E8514148298}" dt="2026-09-21T19:59:23.556" v="107" actId="6549"/>
          <ac:spMkLst>
            <pc:docMk/>
            <pc:sldMk cId="0" sldId="258"/>
            <ac:spMk id="3" creationId="{00000000-0000-0000-0000-000000000000}"/>
          </ac:spMkLst>
        </pc:spChg>
        <pc:spChg chg="mod">
          <ac:chgData name="Christian del Campo" userId="d67556ca936cc4b9" providerId="LiveId" clId="{6552E994-B919-4878-95FA-3E8514148298}" dt="2026-09-21T20:01:01.728" v="109" actId="20577"/>
          <ac:spMkLst>
            <pc:docMk/>
            <pc:sldMk cId="0" sldId="258"/>
            <ac:spMk id="4" creationId="{00000000-0000-0000-0000-000000000000}"/>
          </ac:spMkLst>
        </pc:spChg>
        <pc:picChg chg="add mod">
          <ac:chgData name="Christian del Campo" userId="d67556ca936cc4b9" providerId="LiveId" clId="{6552E994-B919-4878-95FA-3E8514148298}" dt="2026-09-21T20:22:51.283" v="169"/>
          <ac:picMkLst>
            <pc:docMk/>
            <pc:sldMk cId="0" sldId="258"/>
            <ac:picMk id="6" creationId="{C5136013-E647-65A2-0F6D-AD55D1F1AC9F}"/>
          </ac:picMkLst>
        </pc:picChg>
      </pc:sldChg>
      <pc:sldMasterChg chg="setBg modSldLayout">
        <pc:chgData name="Christian del Campo" userId="d67556ca936cc4b9" providerId="LiveId" clId="{6552E994-B919-4878-95FA-3E8514148298}" dt="2026-09-21T20:22:35.189" v="167"/>
        <pc:sldMasterMkLst>
          <pc:docMk/>
          <pc:sldMasterMk cId="0" sldId="2147483648"/>
        </pc:sldMasterMkLst>
        <pc:sldLayoutChg chg="setBg">
          <pc:chgData name="Christian del Campo" userId="d67556ca936cc4b9" providerId="LiveId" clId="{6552E994-B919-4878-95FA-3E8514148298}" dt="2026-09-21T20:22:35.189" v="167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573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97480" y="56692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b="1" kern="0" spc="260" dirty="0">
                <a:solidFill>
                  <a:srgbClr val="667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DE ESPECIALIDAD</a:t>
            </a:r>
            <a:endParaRPr lang="en-US" sz="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400" b="1" dirty="0" err="1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Boró</a:t>
            </a:r>
            <a:r>
              <a:rPr lang="en-US" sz="44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Café</a:t>
            </a:r>
            <a:endParaRPr lang="en-US" sz="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800" kern="0" spc="160" dirty="0">
                <a:solidFill>
                  <a:srgbClr val="6B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LEONES esq TRANQUILA · PROVIDENCIA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2110740" y="2136648"/>
            <a:ext cx="3931920" cy="0"/>
          </a:xfrm>
          <a:prstGeom prst="line">
            <a:avLst/>
          </a:prstGeom>
          <a:noFill/>
          <a:ln w="9525">
            <a:solidFill>
              <a:srgbClr val="66744F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965960" y="22174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kern="0" spc="260" dirty="0">
                <a:solidFill>
                  <a:srgbClr val="667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lunes a Viernes 8:00a 10:30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café a 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2.500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cualquier compra de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salados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dulces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pide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 café ristretto, espresso, americano o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lungo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110740" y="3695699"/>
            <a:ext cx="3931920" cy="0"/>
          </a:xfrm>
          <a:prstGeom prst="line">
            <a:avLst/>
          </a:prstGeom>
          <a:noFill/>
          <a:ln w="9525">
            <a:solidFill>
              <a:srgbClr val="66744F">
                <a:alpha val="4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55016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endParaRPr lang="en-US" sz="900" b="1" kern="0" spc="260" dirty="0">
              <a:solidFill>
                <a:srgbClr val="3A2A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00" b="1" kern="0" spc="26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COMBOS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3A2A2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Desayuno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A2A2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3A2A2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Liviano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A2A2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A95A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4.900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B564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café  + yogurt con granola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lang="en-US" sz="1400" b="1" dirty="0">
              <a:solidFill>
                <a:srgbClr val="3A2A2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ct val="105000"/>
              </a:lnSpc>
              <a:buNone/>
            </a:pPr>
            <a:endParaRPr lang="en-US" sz="1400" b="1" dirty="0">
              <a:solidFill>
                <a:srgbClr val="3A2A2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Brunch  </a:t>
            </a:r>
            <a:r>
              <a:rPr lang="en-US" sz="110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10.900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café + jugo de </a:t>
            </a:r>
            <a:r>
              <a:rPr lang="en-US" sz="110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naranja</a:t>
            </a:r>
            <a:r>
              <a:rPr lang="en-US" sz="110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croissant jamón queso + dulce chico (</a:t>
            </a:r>
            <a:r>
              <a:rPr lang="en-US" sz="110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palmerita</a:t>
            </a:r>
            <a:r>
              <a:rPr lang="en-US" sz="110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10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</a:t>
            </a:r>
            <a:r>
              <a:rPr lang="en-US" sz="110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110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canela</a:t>
            </a:r>
            <a:r>
              <a:rPr lang="en-US" sz="110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 galleta </a:t>
            </a:r>
            <a:r>
              <a:rPr lang="en-US" sz="110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chocochips</a:t>
            </a:r>
            <a:r>
              <a:rPr lang="en-US" sz="110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endParaRPr lang="en-US" sz="1400" b="1" dirty="0">
              <a:solidFill>
                <a:srgbClr val="3A2A2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Almuerzo + </a:t>
            </a:r>
            <a:r>
              <a:rPr lang="en-US" sz="1400" b="1" dirty="0" err="1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Bebestible</a:t>
            </a:r>
            <a:r>
              <a:rPr lang="en-US" sz="14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r>
              <a:rPr lang="en-US" sz="110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7.900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cualquier almuerzo + </a:t>
            </a:r>
            <a:r>
              <a:rPr lang="en-US" sz="110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bebida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endParaRPr lang="en-US" sz="1400" b="1" dirty="0">
              <a:solidFill>
                <a:srgbClr val="3A2A2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 de Barrio  </a:t>
            </a:r>
            <a:r>
              <a:rPr lang="en-US" sz="110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4.900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café + dulce chico 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B564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kumimoji="0" lang="en-US" sz="1100" b="0" i="1" u="none" strike="noStrike" kern="1200" cap="none" spc="0" normalizeH="0" baseline="0" noProof="0" dirty="0" err="1">
                <a:ln>
                  <a:noFill/>
                </a:ln>
                <a:solidFill>
                  <a:srgbClr val="6B564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palmerita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B564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kumimoji="0" lang="en-US" sz="1100" b="0" i="1" u="none" strike="noStrike" kern="1200" cap="none" spc="0" normalizeH="0" baseline="0" noProof="0" dirty="0" err="1">
                <a:ln>
                  <a:noFill/>
                </a:ln>
                <a:solidFill>
                  <a:srgbClr val="6B564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rollo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B564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kumimoji="0" lang="en-US" sz="1100" b="0" i="1" u="none" strike="noStrike" kern="1200" cap="none" spc="0" normalizeH="0" baseline="0" noProof="0" dirty="0" err="1">
                <a:ln>
                  <a:noFill/>
                </a:ln>
                <a:solidFill>
                  <a:srgbClr val="6B564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canela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B564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o galleta </a:t>
            </a:r>
            <a:r>
              <a:rPr kumimoji="0" lang="en-US" sz="1100" b="0" i="1" u="none" strike="noStrike" kern="1200" cap="none" spc="0" normalizeH="0" baseline="0" noProof="0" dirty="0" err="1">
                <a:ln>
                  <a:noFill/>
                </a:ln>
                <a:solidFill>
                  <a:srgbClr val="6B564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chocochips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B564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9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F7D9BE4D-A326-BBBF-1D6B-A7395EA15BC5}"/>
              </a:ext>
            </a:extLst>
          </p:cNvPr>
          <p:cNvSpPr txBox="1"/>
          <p:nvPr/>
        </p:nvSpPr>
        <p:spPr>
          <a:xfrm>
            <a:off x="2209800" y="3710939"/>
            <a:ext cx="3931920" cy="1844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000" b="1" kern="0" spc="260" dirty="0">
                <a:solidFill>
                  <a:srgbClr val="667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lunes a Viernes 8:00a 10:30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café con leche a </a:t>
            </a:r>
            <a:r>
              <a:rPr lang="en-US" sz="250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3.000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cualquier compra de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salados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dulces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pide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café macchiato cappuccino, latte o flat white. 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lo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quieres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con leche de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avena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son </a:t>
            </a:r>
            <a:r>
              <a:rPr lang="en-US" sz="120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pesos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adicionales</a:t>
            </a:r>
            <a:endParaRPr lang="en-US" sz="9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E600D95-B99E-3653-7128-B5756676D031}"/>
              </a:ext>
            </a:extLst>
          </p:cNvPr>
          <p:cNvSpPr/>
          <p:nvPr/>
        </p:nvSpPr>
        <p:spPr>
          <a:xfrm>
            <a:off x="2057400" y="5633879"/>
            <a:ext cx="3931920" cy="0"/>
          </a:xfrm>
          <a:prstGeom prst="line">
            <a:avLst/>
          </a:prstGeom>
          <a:noFill/>
          <a:ln w="9525">
            <a:solidFill>
              <a:srgbClr val="66744F">
                <a:alpha val="45000"/>
              </a:srgbClr>
            </a:solidFill>
            <a:prstDash val="solid"/>
          </a:ln>
        </p:spPr>
      </p:sp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70A63693-13B0-283E-FB67-4F54ADA0F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49" y="118102"/>
            <a:ext cx="1256991" cy="125699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  <a:alpha val="1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2376" y="685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kern="0" spc="260" dirty="0">
                <a:solidFill>
                  <a:srgbClr val="667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BARRA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Café &amp; bebidas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22376" y="1813560"/>
            <a:ext cx="3429000" cy="658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b="1" kern="0" spc="22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DE ESPECIALIDAD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Trabajamos grano de especialidad, tostado para </a:t>
            </a:r>
            <a:r>
              <a:rPr lang="en-US" sz="10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Boró</a:t>
            </a:r>
            <a:r>
              <a:rPr lang="en-US" sz="10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Café.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Espresso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corto e intenso, nuestro origen del mes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3.200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Ristretto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el corazón del espresso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3.200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Americano 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cuerpo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suave, para la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sobremesa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3.300</a:t>
            </a:r>
            <a:endParaRPr lang="en-US" sz="1150" b="1" dirty="0">
              <a:solidFill>
                <a:srgbClr val="3A2A2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 err="1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Lungo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—espresso con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extracción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3.300</a:t>
            </a:r>
            <a:endParaRPr lang="en-US" sz="950" b="1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Macchiato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espresso "manchado" con espuma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3.400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Cappuccino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equilibrio clásico de espresso y leche sedosa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3.700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Latte 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leche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texturizada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latte art de la casa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4.000</a:t>
            </a:r>
            <a:endParaRPr lang="en-US" sz="1150" b="1" dirty="0">
              <a:solidFill>
                <a:srgbClr val="3A2A2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White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espresso con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sedosa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leche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4.000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 err="1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Mocaccino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café y chocolate,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mezcla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que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abraza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4.500</a:t>
            </a:r>
            <a:endParaRPr lang="en-US" sz="950" b="1" dirty="0">
              <a:solidFill>
                <a:srgbClr val="3A2A2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Dirty Chai Latte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café y chai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4.500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Chocolate caliente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espeso, de verdad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4.600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endParaRPr lang="en-US" sz="1050" i="1" dirty="0">
              <a:solidFill>
                <a:srgbClr val="6B5646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22000"/>
              </a:lnSpc>
              <a:buNone/>
            </a:pPr>
            <a:r>
              <a:rPr lang="en-US" sz="10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Cámbialo</a:t>
            </a:r>
            <a:r>
              <a:rPr lang="en-US" sz="10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leche vegetal (</a:t>
            </a:r>
            <a:r>
              <a:rPr lang="en-US" sz="10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avena</a:t>
            </a:r>
            <a:r>
              <a:rPr lang="en-US" sz="10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r>
              <a:rPr lang="en-US" sz="90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+800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b="1" kern="0" spc="22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Y BEBIDAS FRÍAS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tendencia que no se va.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Brew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12 horas de extracción en frío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4.200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 Cappuccino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cappuccino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cremoso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hielo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4.200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Iced Latte 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latte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hielo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4.500</a:t>
            </a:r>
            <a:endParaRPr lang="en-US" sz="1150" b="1" dirty="0">
              <a:solidFill>
                <a:srgbClr val="3A2A2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Affogato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helado de vainilla ahogado en espresso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4.600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 Matcha / Ice Chai Latte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verde vibrante o especiado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4.600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 Tea de la casa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3.500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352544" y="4114800"/>
            <a:ext cx="2606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b="1" kern="0" spc="22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TÉ, MATCHA E INFUSIONES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Matcha Latte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matcha ceremonial batido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4.200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 Latte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especias que reconfortan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4.200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Milk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cúrcuma, jengibre y miel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4.200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 e infusiones </a:t>
            </a:r>
            <a:r>
              <a:rPr lang="en-US" sz="1150" b="1" dirty="0" err="1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seleccionadas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3.000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b="1" kern="0" spc="22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BEBIDAS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Jugo de naranja </a:t>
            </a:r>
            <a:r>
              <a:rPr lang="en-US" sz="1150" b="1" dirty="0" err="1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exprimido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3.900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Jugo natural del día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3.600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 err="1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Latas</a:t>
            </a: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1150" b="1" dirty="0" err="1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bebida</a:t>
            </a: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Agua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1.800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Cerveza sin alcohol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2.200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9372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kern="0" spc="180" dirty="0">
                <a:solidFill>
                  <a:srgbClr val="6B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 CAFÉ · LOS LEONES esq TRANQUILA, PROVIDENCIA</a:t>
            </a:r>
            <a:endParaRPr lang="en-US" sz="750" dirty="0"/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4538E1F8-1421-3DD3-1DA9-4D1E5889D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978" y="160004"/>
            <a:ext cx="1256991" cy="125699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  <a:alpha val="1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95344" y="685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kern="0" spc="220" dirty="0">
                <a:solidFill>
                  <a:srgbClr val="667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VITRINA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comer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885438" y="1828800"/>
            <a:ext cx="29718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b="1" kern="0" spc="22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SALADOS Y SÁNDWICHES</a:t>
            </a:r>
            <a:endParaRPr lang="en-US" sz="900" dirty="0"/>
          </a:p>
          <a:p>
            <a:pPr>
              <a:lnSpc>
                <a:spcPct val="122000"/>
              </a:lnSpc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Croissant de </a:t>
            </a:r>
            <a:r>
              <a:rPr lang="en-US" sz="1150" b="1" dirty="0" err="1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jamón</a:t>
            </a: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 queso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4.800</a:t>
            </a:r>
          </a:p>
          <a:p>
            <a:pPr marL="0" indent="0">
              <a:lnSpc>
                <a:spcPct val="122000"/>
              </a:lnSpc>
              <a:buNone/>
            </a:pPr>
            <a:endParaRPr lang="en-US" sz="1150" b="1" dirty="0">
              <a:solidFill>
                <a:srgbClr val="3A2A2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Croissant de salmón y queso crema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6.700</a:t>
            </a:r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Baguette de roast beef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5.200</a:t>
            </a:r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Ciabatta de pollo </a:t>
            </a:r>
            <a:r>
              <a:rPr lang="en-US" sz="1150" b="1" dirty="0" err="1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mediterráneo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4.700</a:t>
            </a:r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Ciabatta Caprese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4.200</a:t>
            </a:r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Prensado de jamón y queso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4.500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b="1" kern="0" spc="22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ALMUERZOS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Ensaladas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pPr>
              <a:lnSpc>
                <a:spcPct val="122000"/>
              </a:lnSpc>
            </a:pP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César ·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Vegetariana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6.590</a:t>
            </a:r>
          </a:p>
          <a:p>
            <a:pPr>
              <a:lnSpc>
                <a:spcPct val="122000"/>
              </a:lnSpc>
            </a:pPr>
            <a:endParaRPr lang="en-US" sz="950" b="1" dirty="0">
              <a:solidFill>
                <a:srgbClr val="A95A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</a:rPr>
              <a:t>Pollo con quinoa 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Salmón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ahumado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A95A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6.990</a:t>
            </a:r>
          </a:p>
          <a:p>
            <a:pPr>
              <a:lnSpc>
                <a:spcPct val="122000"/>
              </a:lnSpc>
            </a:pPr>
            <a:endParaRPr lang="en-US" sz="1150" i="1" dirty="0">
              <a:solidFill>
                <a:srgbClr val="6B5646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 err="1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Gohans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Camarón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Pollo teriyaki ·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Salmón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ahumado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A95A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6.990</a:t>
            </a:r>
          </a:p>
          <a:p>
            <a:pPr marL="0" indent="0">
              <a:lnSpc>
                <a:spcPct val="122000"/>
              </a:lnSpc>
              <a:buNone/>
            </a:pPr>
            <a:endParaRPr lang="en-US" sz="1150" i="1" dirty="0">
              <a:solidFill>
                <a:srgbClr val="6B5646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Pastas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Fetuccine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boloñesa ·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Lasaña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A95A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6.990</a:t>
            </a:r>
            <a:endParaRPr lang="en-US" sz="1150" i="1" dirty="0">
              <a:solidFill>
                <a:srgbClr val="6B5646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  <a:p>
            <a:pPr>
              <a:lnSpc>
                <a:spcPct val="122000"/>
              </a:lnSpc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 del día 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6.390</a:t>
            </a:r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22376" y="3049524"/>
            <a:ext cx="2926080" cy="5622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b="1" kern="0" spc="22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PASTELERÍA Y DULCES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Cornetto relleno</a:t>
            </a:r>
          </a:p>
          <a:p>
            <a:pPr>
              <a:lnSpc>
                <a:spcPct val="122000"/>
              </a:lnSpc>
            </a:pP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Pastelera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italiana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3.700</a:t>
            </a:r>
            <a:endParaRPr lang="en-US" sz="1150" i="1" dirty="0">
              <a:solidFill>
                <a:srgbClr val="6B5646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lnSpc>
                <a:spcPct val="122000"/>
              </a:lnSpc>
            </a:pP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Nutella ·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Pistacho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 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4.800</a:t>
            </a:r>
            <a:endParaRPr lang="en-US" sz="950" dirty="0"/>
          </a:p>
          <a:p>
            <a:pPr marL="0" indent="0">
              <a:lnSpc>
                <a:spcPct val="122000"/>
              </a:lnSpc>
              <a:buNone/>
            </a:pPr>
            <a:endParaRPr lang="en-US" sz="1150" i="1" dirty="0">
              <a:solidFill>
                <a:srgbClr val="6B5646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 err="1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Tartaletas</a:t>
            </a:r>
            <a:endParaRPr lang="en-US" sz="1150" b="1" dirty="0">
              <a:solidFill>
                <a:srgbClr val="3A2A2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lnSpc>
                <a:spcPct val="122000"/>
              </a:lnSpc>
            </a:pP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Chocolate menta · Pie de </a:t>
            </a: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limón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3.400</a:t>
            </a:r>
            <a:endParaRPr lang="en-US" sz="1150" b="1" dirty="0">
              <a:solidFill>
                <a:srgbClr val="3A2A2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22000"/>
              </a:lnSpc>
              <a:buNone/>
            </a:pPr>
            <a:r>
              <a:rPr lang="en-US" sz="1150" i="1" dirty="0" err="1">
                <a:solidFill>
                  <a:srgbClr val="6B5646"/>
                </a:solidFill>
                <a:latin typeface="Cambria" pitchFamily="34" charset="0"/>
                <a:ea typeface="Cambria" pitchFamily="34" charset="-122"/>
              </a:rPr>
              <a:t>Pistacho</a:t>
            </a: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4.200</a:t>
            </a:r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Brookie / Brownie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3.400</a:t>
            </a:r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 de chocolate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3.900</a:t>
            </a:r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Galleta chocochips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2.900</a:t>
            </a:r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 de </a:t>
            </a:r>
            <a:r>
              <a:rPr lang="en-US" sz="1150" b="1" dirty="0" err="1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canela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2.400</a:t>
            </a:r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 err="1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Palmerita</a:t>
            </a: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2.400</a:t>
            </a:r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Helados </a:t>
            </a:r>
            <a:r>
              <a:rPr lang="en-US" sz="1150" b="1" dirty="0" err="1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artesanales</a:t>
            </a: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ml 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4.500</a:t>
            </a:r>
            <a:endParaRPr lang="en-US" sz="1150" i="1" dirty="0">
              <a:solidFill>
                <a:srgbClr val="6B5646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22000"/>
              </a:lnSpc>
              <a:buNone/>
            </a:pPr>
            <a:r>
              <a:rPr lang="en-US" sz="11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ml 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9.500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b="1" kern="0" spc="22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PANADERÍA DE MASA MADRE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i="1" dirty="0">
                <a:solidFill>
                  <a:srgbClr val="6B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llevar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Hogaza blanca de masa madre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4.800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Hogaza semi integral de masa madre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4.900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Hogaza 100% integral</a:t>
            </a:r>
            <a:r>
              <a:rPr lang="en-US" sz="950" b="1" dirty="0">
                <a:solidFill>
                  <a:srgbClr val="A95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4.900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372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kern="0" spc="180" dirty="0">
                <a:solidFill>
                  <a:srgbClr val="6B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 CAFÉ · LOS LEONES 2299, PROVIDENCIA</a:t>
            </a:r>
            <a:endParaRPr lang="en-US" sz="750" dirty="0"/>
          </a:p>
        </p:txBody>
      </p:sp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C5136013-E647-65A2-0F6D-AD55D1F1A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49" y="118102"/>
            <a:ext cx="1256991" cy="125699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  <a:alpha val="1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7575</TotalTime>
  <Words>566</Words>
  <Application>Microsoft Office PowerPoint</Application>
  <PresentationFormat>Personalizado</PresentationFormat>
  <Paragraphs>132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Christian del Campo</cp:lastModifiedBy>
  <cp:revision>4</cp:revision>
  <dcterms:created xsi:type="dcterms:W3CDTF">2026-09-14T13:51:37Z</dcterms:created>
  <dcterms:modified xsi:type="dcterms:W3CDTF">2026-09-21T20:23:09Z</dcterms:modified>
</cp:coreProperties>
</file>